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ARCHITECTURE GROUP  ·  CEO / CIO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One Finance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CAD6"/>
                </a:solidFill>
                <a:latin typeface="Calibri"/>
              </a:rPr>
              <a:t>A thin on-prem outcome layer. Subscribe to facts. Do not replace Motif, Helix, or the bus.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We fold Ready / Blocked / Delayed for one question per outcome.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Kafka, SNS, Redis, Airflow, Lambda — adjacent tools, not this product.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Phase 1 runs as-is. No new cloud bill. No new broker licence.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Endorse the fold. Reuse the estate.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Build the hub + entitled console in-house — the only Ready/Blocked system of decision.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Reuse Kafka / Solace / IBM MQ if the bank already has them. Do not buy AWS to get a close.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Next outcome is data. First production outcome: FOBO (Helix on Reports + rec on the Board).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The answer is scattered.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CAD6"/>
                </a:solidFill>
                <a:latin typeface="Calibri"/>
              </a:rPr>
              <a:t>“Is it safe to run this process yet?” lives across Motif, CATS, MBR, Helix, SAP.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Each system has its own screen and its own word for done.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People chase. Closes run late. Audit asks who knew — nobody holds the picture.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Without this layer, every team writes a different Ready/Blocked.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WHAT THIS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Build the decision. Reuse the pipes.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72800" cy="114300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9280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We build</a:t>
            </a:r>
          </a:p>
          <a:p>
            <a:r>
              <a:rPr sz="1800" b="0">
                <a:solidFill>
                  <a:srgbClr val="E6E8EE"/>
                </a:solidFill>
                <a:latin typeface="Calibri"/>
              </a:rPr>
              <a:t>Ingest a fact → distinct-key fold → command once when READY → entitle 404 → audit the human step → one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972800" cy="114300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7296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We reuse</a:t>
            </a:r>
          </a:p>
          <a:p>
            <a:r>
              <a:rPr sz="1800" b="0">
                <a:solidFill>
                  <a:srgbClr val="E6E8EE"/>
                </a:solidFill>
                <a:latin typeface="Calibri"/>
              </a:rPr>
              <a:t>Motif, Helix, CATS, CEES, Kafka/MQ already paid, Oracle, Airflow after READY.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43400"/>
            <a:ext cx="10972800" cy="114300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5312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We never</a:t>
            </a:r>
          </a:p>
          <a:p>
            <a:r>
              <a:rPr sz="1800" b="0">
                <a:solidFill>
                  <a:srgbClr val="E6E8EE"/>
                </a:solidFill>
                <a:latin typeface="Calibri"/>
              </a:rPr>
              <a:t>Rebuild books grids. Kafka in the browser. if (FOBO). LLM on the fold.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CATEGORY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They move bytes. We decide Ready.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931920"/>
                <a:gridCol w="438912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18CF8"/>
                          </a:solidFill>
                          <a:latin typeface="Calibri"/>
                        </a:rPr>
                        <a:t>Tool they name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18CF8"/>
                          </a:solidFill>
                          <a:latin typeface="Calibri"/>
                        </a:rPr>
                        <a:t>Good at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18CF8"/>
                          </a:solidFill>
                          <a:latin typeface="Calibri"/>
                        </a:rPr>
                        <a:t>Not a close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Kafka / IBM MQ / AMQ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Durable log, fan-out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A topic offset is not R-2031 BLOCKED on MB014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SNS + SQS / Service Bus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Queues and pub-sub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A receipt is not Ready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Lambda / Functions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Glue and burst compute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Re-implements the hub, poorly, off-prem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Redis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Cache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Second truth if it owns Ready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Airflow / Control-M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Batch after READY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Polling Motif recreates the late close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Power BI / Fabric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Yesterday’s MI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Not a command + sign-off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Q  ·  KAFKA / IBM MQ / ACTIVEMQ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Use the bus. Do not confuse it with the fold.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CAD6"/>
                </a:solidFill>
                <a:latin typeface="Calibri"/>
              </a:rPr>
              <a:t>A message on motif.book.lifecycle proves produce/consume. It does not answer FOBO.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Kafka stores 300 MASTERBOOK_READY. The hub counts distinct keys, then POSTs Helix once.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IBM MQ / AMQ is the same category — a good adapter behind POST /api/events.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The browser never talks to the bus. REST + SSE 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Q  ·  AWS SNS, SQS, LAMBDA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Cloud messaging is not an outcome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SNS/SQS/EventBridge/Event Grid move facts. Same gap as Kafka without the fold.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Lambda / Step Functions / Azure Functions = this hub rewritten as billed invocations at COB burst.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Close keys, run ids, and sign-off evidence leave the bank. That is the wrong control plane.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Q  ·  REDIS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We do not use Redis. We do not need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CAD6"/>
                </a:solidFill>
                <a:latin typeface="Calibri"/>
              </a:rPr>
              <a:t>The fold is event-sourced. State rebuilds from the event store.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Caching Ready/Blocked in Redis creates a second truth on failover.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Optional later: read-scale only. Never the system of decision.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Phase 1: no cache licence. H2 now, Oracle later — already on the estate.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Q  ·  AIRFLOW / CONTROL-M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Batch after READY. Never instead of READY.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1556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931920"/>
                <a:gridCol w="4389120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18CF8"/>
                          </a:solidFill>
                          <a:latin typeface="Calibri"/>
                        </a:rPr>
                        <a:t>If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18CF8"/>
                          </a:solidFill>
                          <a:latin typeface="Calibri"/>
                        </a:rPr>
                        <a:t>Airflow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18CF8"/>
                          </a:solidFill>
                          <a:latin typeface="Calibri"/>
                        </a:rPr>
                        <a:t>This fold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Same book twice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Easy to double-count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Distinct sourceKey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Book 147 fails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Generic job error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Named blocker; RTB replay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Old Helix run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Can land on today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Stale runId ignored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Motif 20s late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Next poke, often minutes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Event updates now</a:t>
                      </a:r>
                    </a:p>
                  </a:txBody>
                  <a:tcPr>
                    <a:solidFill>
                      <a:srgbClr val="12182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Next outcome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New DAG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6E8EE"/>
                          </a:solidFill>
                          <a:latin typeface="Calibri"/>
                        </a:rPr>
                        <a:t>POST /definitions — data</a:t>
                      </a:r>
                    </a:p>
                  </a:txBody>
                  <a:tcPr>
                    <a:solidFill>
                      <a:srgbClr val="161D3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Q  ·  ZERO-CODE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There is no zero-code substitute.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ServiceNow / Power Automate / n8n can land a ticket. They cannot fold distinct keys, ignore a stale run id, or 404 an unentitled row.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A vendor “control tower” RFP does not stitch REV-ACC tomorrow. The POC already does.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Zero new code means N shadow folds — spreadsheets, DAGs, dashboards — not a saving.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Q  ·  USE IT AS-IS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Yes. That is the cheapest path that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7CAD6"/>
                </a:solidFill>
                <a:latin typeface="Calibri"/>
              </a:rPr>
              <a:t>Three processes. HTTP ingest. No Kafka. No Redis. No 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Origins POST /api/events (or a 20-line adapter). Same JSON Schema in production.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Kafka / Redis / Airflow are optional later, behind that API. They do not replace the product.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You save the cost of a cloud account, a new broker, and a cache you would then have to distrust.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LATER MIX — 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If the bank already owns a bus, plug it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Motif → Kafka topic → thin adapter → POST /api/events. The fold does not change.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ActionExecutor → real Helix URL. Completion is another fact with the same runId.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Airflow may load a warehouse after GENERATED. It may not poll Motif to decide Helix.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WHY ON-PREM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The close stays in the bank.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72800" cy="114300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9280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On-prem, this app</a:t>
            </a:r>
          </a:p>
          <a:p>
            <a:r>
              <a:rPr sz="1800" b="0">
                <a:solidFill>
                  <a:srgbClr val="E6E8EE"/>
                </a:solidFill>
                <a:latin typeface="Calibri"/>
              </a:rPr>
              <a:t>Facts and sign-off in the DC. Reuse paid Kafka/MQ/Oracle. Three JVM processes. Next outcome is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63240"/>
            <a:ext cx="10972800" cy="114300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7296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AWS / Azure / Fabric</a:t>
            </a:r>
          </a:p>
          <a:p>
            <a:r>
              <a:rPr sz="1800" b="0">
                <a:solidFill>
                  <a:srgbClr val="E6E8EE"/>
                </a:solidFill>
                <a:latin typeface="Calibri"/>
              </a:rPr>
              <a:t>Egress, residency, burst bill, a second IAM plane, lock-in.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43400"/>
            <a:ext cx="10972800" cy="1143000"/>
          </a:xfrm>
          <a:prstGeom prst="roundRect">
            <a:avLst/>
          </a:prstGeom>
          <a:solidFill>
            <a:srgbClr val="161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53128"/>
            <a:ext cx="105156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Calibri"/>
              </a:rPr>
              <a:t>Paid control-tower</a:t>
            </a:r>
          </a:p>
          <a:p>
            <a:r>
              <a:rPr sz="1800" b="0">
                <a:solidFill>
                  <a:srgbClr val="E6E8EE"/>
                </a:solidFill>
                <a:latin typeface="Calibri"/>
              </a:rPr>
              <a:t>Copies Motif/Helix into a lake. Opposite of subscribe-don’t-replace.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Build once. Or pay forever in copies.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The alternative is not zero code. It is FOBO in a spreadsheet, 15C3 in Control-M, PnL in a checklist, RTB in tickets.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One SAP fact must feed two outcomes without being counted twice. Only a shared fold does that.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Value: controller minutes, SLA misses, rework, audit packs — see executive-brief.md §4.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GENERIC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The next use case is a row, not a release.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Outcome = question + feeds + SLA + on-ready. Kit = sources + destinations + embed + verbs.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FOBO, 15C3, PnL, month-end — same engine. There is no if (FOBO).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New command type = one ActionExecutor bean. New kit verb =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STAY THIN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What we refuse to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No Kafka/Solace brokers. No Motif books grid. No Helix recon clone.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No CEES replacement. No second mobile product. No LLM on Ready/Blocked.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If a design needs those, it is the wrong layer.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MINUTE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Six lines for the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Subscribe to facts. Do not replace systems of record.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Reuse the bus the bank already has. Airflow only after READY.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This hub is the only Ready/Blocked system of decision.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Ingest stays the POC contract. Next origin is an adapter.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First production outcome: FOBO. CEES fail-closed.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Non-goals stay binding so the layer stays thin.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818CF8"/>
                </a:solidFill>
                <a:latin typeface="Calibri"/>
              </a:rPr>
              <a:t>EVIDENCE, NOT SLIDEWARE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E6E8EE"/>
                </a:solidFill>
                <a:latin typeface="Calibri"/>
              </a:rPr>
              <a:t>Point at the working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OutcomeEngineTest — distinct keys, FAILED blocks, stale runId ignored.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Drive FOBO / Helix → Reports GENERATED 300/300. helix-walkthrough.mp4.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Onboarding → POST /api/outcomes/definitions. No new Java type.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E6E8EE"/>
                </a:solidFill>
                <a:latin typeface="Calibri"/>
              </a:rPr>
              <a:t>▸  If a counter-proposal cannot show named blocker + run-id + 404 + onboard-as-data, it is not a replacement.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7CAD6"/>
                </a:solidFill>
                <a:latin typeface="Calibri"/>
              </a:rPr>
              <a:t>One Finance UX  ·  confidential  ·  architecture Q&amp;A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C7CAD6"/>
                </a:solidFill>
                <a:latin typeface="Calibri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